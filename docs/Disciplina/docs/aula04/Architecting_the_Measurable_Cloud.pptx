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E7B"/>
    <a:srgbClr val="586E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2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BFD61-172D-5927-1FC6-BB5A8646CC88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E831821-C056-182A-2A5B-A0AEBFE70E33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BECAF51-789B-85CA-54DF-F9321F5C6E0E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17A6D42-B941-650B-7F19-27BC22E158E6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D013F75-603C-1466-4CDB-51EA2DCB2D8A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B54ED97-7719-D678-4D05-365EF0BC3C53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803D552-FB96-6DAF-33EA-B67076C39FEE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D258989-9CC1-2B1A-58DE-DC6111E6F52B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0DB5675-72A8-A67A-1C38-58110E835EDC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2B2DE5A-ABE9-2441-46C1-F6621A8BFD60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3DE12D3-A0FF-ECDE-88E6-1BCEB3DFC5F2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844426E-7E00-8531-24B5-D9E0E86555B4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3F38F9B-446D-29B1-50CA-FFD1F1DCED66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925ECEC-5A7A-F478-6226-761318BD1B53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A250A07-DA2C-AA01-6F80-4A65DF487963}"/>
              </a:ext>
            </a:extLst>
          </p:cNvPr>
          <p:cNvSpPr/>
          <p:nvPr/>
        </p:nvSpPr>
        <p:spPr>
          <a:xfrm>
            <a:off x="14909800" y="8763000"/>
            <a:ext cx="1346200" cy="342900"/>
          </a:xfrm>
          <a:prstGeom prst="rect">
            <a:avLst/>
          </a:prstGeom>
          <a:solidFill>
            <a:srgbClr val="586E7C"/>
          </a:solidFill>
          <a:ln>
            <a:solidFill>
              <a:srgbClr val="586E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2026-08-28T16:48:10Z</dcterms:modified>
</cp:coreProperties>
</file>